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Space Grotesk Light"/>
      <p:regular r:id="rId24"/>
      <p:bold r:id="rId25"/>
    </p:embeddedFont>
    <p:embeddedFont>
      <p:font typeface="Space Grotesk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D3C4E0-FDFB-4E32-8AC0-BF384D7E20BA}">
  <a:tblStyle styleId="{50D3C4E0-FDFB-4E32-8AC0-BF384D7E20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SpaceGroteskLigh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SpaceGrotesk-regular.fntdata"/><Relationship Id="rId25" Type="http://schemas.openxmlformats.org/officeDocument/2006/relationships/font" Target="fonts/SpaceGroteskLight-bold.fntdata"/><Relationship Id="rId27" Type="http://schemas.openxmlformats.org/officeDocument/2006/relationships/font" Target="fonts/SpaceGrotesk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d1ebdf7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9d1ebdf7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d1ebdf7c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9d1ebdf7c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d1ebdf7c5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9d1ebdf7c5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9d1ebdf7c5_0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9d1ebdf7c5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9d1ebdf7c5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9d1ebdf7c5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d1ebdf7c5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9d1ebdf7c5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9d93737e9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9d93737e9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9d93737e9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9d93737e9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d1ebdf7c5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9d1ebdf7c5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9d1ebdf7c5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9d1ebdf7c5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9d1ebdf7c5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9d1ebdf7c5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9d1ebdf7c5_0_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9d1ebdf7c5_0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9d1ebdf7c5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9d1ebdf7c5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3659249">
            <a:off x="3884409" y="-1334980"/>
            <a:ext cx="7813599" cy="781359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226100" y="144575"/>
            <a:ext cx="8689200" cy="23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4" type="subTitle"/>
          </p:nvPr>
        </p:nvSpPr>
        <p:spPr>
          <a:xfrm>
            <a:off x="6097200" y="3018188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description and two images">
  <p:cSld name="CUSTOM_3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37660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/>
          <p:nvPr>
            <p:ph idx="3" type="pic"/>
          </p:nvPr>
        </p:nvSpPr>
        <p:spPr>
          <a:xfrm>
            <a:off x="2286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244677" y="1660325"/>
            <a:ext cx="43905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24467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24467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376602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376602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8" type="title"/>
          </p:nvPr>
        </p:nvSpPr>
        <p:spPr>
          <a:xfrm>
            <a:off x="149953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228600" y="1177425"/>
            <a:ext cx="3755700" cy="17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228600" y="1177425"/>
            <a:ext cx="37557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 rot="-4965287">
            <a:off x="3128596" y="1334473"/>
            <a:ext cx="9524549" cy="952454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571900" y="3313500"/>
            <a:ext cx="3343500" cy="7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5571900" y="4320975"/>
            <a:ext cx="33435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 messures">
  <p:cSld name="CUSTOM_8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12450" y="177900"/>
            <a:ext cx="57894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8" name="Google Shape;38;p7"/>
          <p:cNvSpPr txBox="1"/>
          <p:nvPr>
            <p:ph idx="2" type="title"/>
          </p:nvPr>
        </p:nvSpPr>
        <p:spPr>
          <a:xfrm>
            <a:off x="2218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3" type="title"/>
          </p:nvPr>
        </p:nvSpPr>
        <p:spPr>
          <a:xfrm>
            <a:off x="2218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4" type="title"/>
          </p:nvPr>
        </p:nvSpPr>
        <p:spPr>
          <a:xfrm>
            <a:off x="335585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5" type="title"/>
          </p:nvPr>
        </p:nvSpPr>
        <p:spPr>
          <a:xfrm>
            <a:off x="64899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6" type="title"/>
          </p:nvPr>
        </p:nvSpPr>
        <p:spPr>
          <a:xfrm>
            <a:off x="335585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7" type="title"/>
          </p:nvPr>
        </p:nvSpPr>
        <p:spPr>
          <a:xfrm>
            <a:off x="64967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hasCustomPrompt="1" idx="8" type="title"/>
          </p:nvPr>
        </p:nvSpPr>
        <p:spPr>
          <a:xfrm>
            <a:off x="2286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7"/>
          <p:cNvSpPr txBox="1"/>
          <p:nvPr>
            <p:ph idx="9" type="title"/>
          </p:nvPr>
        </p:nvSpPr>
        <p:spPr>
          <a:xfrm>
            <a:off x="2286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6" name="Google Shape;46;p7"/>
          <p:cNvSpPr txBox="1"/>
          <p:nvPr>
            <p:ph hasCustomPrompt="1" idx="13" type="title"/>
          </p:nvPr>
        </p:nvSpPr>
        <p:spPr>
          <a:xfrm>
            <a:off x="18648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7"/>
          <p:cNvSpPr txBox="1"/>
          <p:nvPr>
            <p:ph idx="14" type="title"/>
          </p:nvPr>
        </p:nvSpPr>
        <p:spPr>
          <a:xfrm>
            <a:off x="18648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8" name="Google Shape;48;p7"/>
          <p:cNvSpPr txBox="1"/>
          <p:nvPr>
            <p:ph hasCustomPrompt="1" idx="15" type="title"/>
          </p:nvPr>
        </p:nvSpPr>
        <p:spPr>
          <a:xfrm>
            <a:off x="33592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7"/>
          <p:cNvSpPr txBox="1"/>
          <p:nvPr>
            <p:ph idx="16" type="title"/>
          </p:nvPr>
        </p:nvSpPr>
        <p:spPr>
          <a:xfrm>
            <a:off x="33592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hasCustomPrompt="1" idx="17" type="title"/>
          </p:nvPr>
        </p:nvSpPr>
        <p:spPr>
          <a:xfrm>
            <a:off x="49954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7"/>
          <p:cNvSpPr txBox="1"/>
          <p:nvPr>
            <p:ph idx="18" type="title"/>
          </p:nvPr>
        </p:nvSpPr>
        <p:spPr>
          <a:xfrm>
            <a:off x="49954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2" name="Google Shape;52;p7"/>
          <p:cNvSpPr txBox="1"/>
          <p:nvPr>
            <p:ph hasCustomPrompt="1" idx="19" type="title"/>
          </p:nvPr>
        </p:nvSpPr>
        <p:spPr>
          <a:xfrm>
            <a:off x="64899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7"/>
          <p:cNvSpPr txBox="1"/>
          <p:nvPr>
            <p:ph idx="20" type="title"/>
          </p:nvPr>
        </p:nvSpPr>
        <p:spPr>
          <a:xfrm>
            <a:off x="64899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4" name="Google Shape;54;p7"/>
          <p:cNvSpPr txBox="1"/>
          <p:nvPr>
            <p:ph hasCustomPrompt="1" idx="21" type="title"/>
          </p:nvPr>
        </p:nvSpPr>
        <p:spPr>
          <a:xfrm>
            <a:off x="81261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7"/>
          <p:cNvSpPr txBox="1"/>
          <p:nvPr>
            <p:ph idx="22" type="title"/>
          </p:nvPr>
        </p:nvSpPr>
        <p:spPr>
          <a:xfrm>
            <a:off x="81261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's highlighted outcomes">
  <p:cSld name="CUSTOM_7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212450" y="177900"/>
            <a:ext cx="57894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228600" y="179930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8600" y="292675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subTitle"/>
          </p:nvPr>
        </p:nvSpPr>
        <p:spPr>
          <a:xfrm>
            <a:off x="228600" y="4033496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2443950" y="18200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5" type="subTitle"/>
          </p:nvPr>
        </p:nvSpPr>
        <p:spPr>
          <a:xfrm>
            <a:off x="2443950" y="29371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2443950" y="40542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7" type="subTitle"/>
          </p:nvPr>
        </p:nvSpPr>
        <p:spPr>
          <a:xfrm>
            <a:off x="5050200" y="18200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5" name="Google Shape;65;p8"/>
          <p:cNvSpPr txBox="1"/>
          <p:nvPr>
            <p:ph idx="8" type="subTitle"/>
          </p:nvPr>
        </p:nvSpPr>
        <p:spPr>
          <a:xfrm>
            <a:off x="5050200" y="29371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6" name="Google Shape;66;p8"/>
          <p:cNvSpPr txBox="1"/>
          <p:nvPr>
            <p:ph idx="9" type="subTitle"/>
          </p:nvPr>
        </p:nvSpPr>
        <p:spPr>
          <a:xfrm>
            <a:off x="5050200" y="40542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ndicators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hasCustomPrompt="1" type="title"/>
          </p:nvPr>
        </p:nvSpPr>
        <p:spPr>
          <a:xfrm>
            <a:off x="3370125" y="3495645"/>
            <a:ext cx="1127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3372000" y="3897425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hasCustomPrompt="1" idx="2" type="title"/>
          </p:nvPr>
        </p:nvSpPr>
        <p:spPr>
          <a:xfrm>
            <a:off x="5819400" y="2556158"/>
            <a:ext cx="22089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9"/>
          <p:cNvSpPr txBox="1"/>
          <p:nvPr>
            <p:ph idx="3" type="subTitle"/>
          </p:nvPr>
        </p:nvSpPr>
        <p:spPr>
          <a:xfrm>
            <a:off x="6017200" y="3305600"/>
            <a:ext cx="17316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4" type="title"/>
          </p:nvPr>
        </p:nvSpPr>
        <p:spPr>
          <a:xfrm>
            <a:off x="212450" y="177900"/>
            <a:ext cx="5645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3" name="Google Shape;73;p9"/>
          <p:cNvSpPr txBox="1"/>
          <p:nvPr>
            <p:ph hasCustomPrompt="1" idx="5" type="title"/>
          </p:nvPr>
        </p:nvSpPr>
        <p:spPr>
          <a:xfrm>
            <a:off x="1753450" y="3792650"/>
            <a:ext cx="798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1561550" y="4183550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items">
  <p:cSld name="CUSTOM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7" name="Google Shape;77;p10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78" name="Google Shape;78;p10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0" name="Google Shape;80;p10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1" name="Google Shape;81;p10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4" name="Google Shape;84;p10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idx="2" type="pic"/>
          </p:nvPr>
        </p:nvSpPr>
        <p:spPr>
          <a:xfrm>
            <a:off x="248128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/>
          <p:nvPr>
            <p:ph idx="3" type="pic"/>
          </p:nvPr>
        </p:nvSpPr>
        <p:spPr>
          <a:xfrm>
            <a:off x="473395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1"/>
          <p:cNvSpPr/>
          <p:nvPr>
            <p:ph idx="4" type="pic"/>
          </p:nvPr>
        </p:nvSpPr>
        <p:spPr>
          <a:xfrm>
            <a:off x="698663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1"/>
          <p:cNvSpPr/>
          <p:nvPr>
            <p:ph idx="5" type="pic"/>
          </p:nvPr>
        </p:nvSpPr>
        <p:spPr>
          <a:xfrm>
            <a:off x="22860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0" name="Google Shape;90;p11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1"/>
          <p:cNvCxnSpPr/>
          <p:nvPr/>
        </p:nvCxnSpPr>
        <p:spPr>
          <a:xfrm>
            <a:off x="248127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1"/>
          <p:cNvCxnSpPr/>
          <p:nvPr/>
        </p:nvCxnSpPr>
        <p:spPr>
          <a:xfrm>
            <a:off x="473395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1"/>
          <p:cNvCxnSpPr/>
          <p:nvPr/>
        </p:nvCxnSpPr>
        <p:spPr>
          <a:xfrm>
            <a:off x="698662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1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>
            <a:off x="2286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6" type="subTitle"/>
          </p:nvPr>
        </p:nvSpPr>
        <p:spPr>
          <a:xfrm>
            <a:off x="2286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7" type="subTitle"/>
          </p:nvPr>
        </p:nvSpPr>
        <p:spPr>
          <a:xfrm>
            <a:off x="2286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8" type="subTitle"/>
          </p:nvPr>
        </p:nvSpPr>
        <p:spPr>
          <a:xfrm>
            <a:off x="24813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9" type="subTitle"/>
          </p:nvPr>
        </p:nvSpPr>
        <p:spPr>
          <a:xfrm>
            <a:off x="24813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13" type="subTitle"/>
          </p:nvPr>
        </p:nvSpPr>
        <p:spPr>
          <a:xfrm>
            <a:off x="24813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14" type="subTitle"/>
          </p:nvPr>
        </p:nvSpPr>
        <p:spPr>
          <a:xfrm>
            <a:off x="47340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15" type="subTitle"/>
          </p:nvPr>
        </p:nvSpPr>
        <p:spPr>
          <a:xfrm>
            <a:off x="47340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16" type="subTitle"/>
          </p:nvPr>
        </p:nvSpPr>
        <p:spPr>
          <a:xfrm>
            <a:off x="47340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17" type="subTitle"/>
          </p:nvPr>
        </p:nvSpPr>
        <p:spPr>
          <a:xfrm>
            <a:off x="69867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18" type="subTitle"/>
          </p:nvPr>
        </p:nvSpPr>
        <p:spPr>
          <a:xfrm>
            <a:off x="69867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19" type="subTitle"/>
          </p:nvPr>
        </p:nvSpPr>
        <p:spPr>
          <a:xfrm>
            <a:off x="69867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/>
          <p:nvPr>
            <p:ph idx="2" type="pic"/>
          </p:nvPr>
        </p:nvSpPr>
        <p:spPr>
          <a:xfrm>
            <a:off x="703447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2"/>
          <p:cNvSpPr/>
          <p:nvPr>
            <p:ph idx="3" type="pic"/>
          </p:nvPr>
        </p:nvSpPr>
        <p:spPr>
          <a:xfrm>
            <a:off x="252912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2"/>
          <p:cNvSpPr/>
          <p:nvPr>
            <p:ph idx="4" type="pic"/>
          </p:nvPr>
        </p:nvSpPr>
        <p:spPr>
          <a:xfrm>
            <a:off x="478180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2"/>
          <p:cNvSpPr/>
          <p:nvPr>
            <p:ph idx="5" type="pic"/>
          </p:nvPr>
        </p:nvSpPr>
        <p:spPr>
          <a:xfrm>
            <a:off x="27645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2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24150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4" name="Google Shape;114;p12"/>
          <p:cNvSpPr txBox="1"/>
          <p:nvPr>
            <p:ph idx="6" type="subTitle"/>
          </p:nvPr>
        </p:nvSpPr>
        <p:spPr>
          <a:xfrm>
            <a:off x="424100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7" type="subTitle"/>
          </p:nvPr>
        </p:nvSpPr>
        <p:spPr>
          <a:xfrm>
            <a:off x="267682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6" name="Google Shape;116;p12"/>
          <p:cNvSpPr txBox="1"/>
          <p:nvPr>
            <p:ph idx="8" type="subTitle"/>
          </p:nvPr>
        </p:nvSpPr>
        <p:spPr>
          <a:xfrm>
            <a:off x="267677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9" type="subTitle"/>
          </p:nvPr>
        </p:nvSpPr>
        <p:spPr>
          <a:xfrm>
            <a:off x="49214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13" type="subTitle"/>
          </p:nvPr>
        </p:nvSpPr>
        <p:spPr>
          <a:xfrm>
            <a:off x="49214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2"/>
          <p:cNvSpPr txBox="1"/>
          <p:nvPr>
            <p:ph idx="14" type="subTitle"/>
          </p:nvPr>
        </p:nvSpPr>
        <p:spPr>
          <a:xfrm>
            <a:off x="71821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15" type="subTitle"/>
          </p:nvPr>
        </p:nvSpPr>
        <p:spPr>
          <a:xfrm>
            <a:off x="71821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">
  <p:cSld name="BLANK_1_1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212450" y="177900"/>
            <a:ext cx="64470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123" name="Google Shape;123;p13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3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2" type="subTitle"/>
          </p:nvPr>
        </p:nvSpPr>
        <p:spPr>
          <a:xfrm>
            <a:off x="230434" y="881700"/>
            <a:ext cx="6447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Quotes - Alt 1">
  <p:cSld name="BLANK_1_1_1_1_2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>
            <p:ph idx="2" type="pic"/>
          </p:nvPr>
        </p:nvSpPr>
        <p:spPr>
          <a:xfrm>
            <a:off x="46892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3" type="subTitle"/>
          </p:nvPr>
        </p:nvSpPr>
        <p:spPr>
          <a:xfrm>
            <a:off x="228600" y="881700"/>
            <a:ext cx="8686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4" type="subTitle"/>
          </p:nvPr>
        </p:nvSpPr>
        <p:spPr>
          <a:xfrm>
            <a:off x="13260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5" type="subTitle"/>
          </p:nvPr>
        </p:nvSpPr>
        <p:spPr>
          <a:xfrm>
            <a:off x="13348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3" name="Google Shape;133;p14"/>
          <p:cNvSpPr/>
          <p:nvPr>
            <p:ph idx="6" type="pic"/>
          </p:nvPr>
        </p:nvSpPr>
        <p:spPr>
          <a:xfrm>
            <a:off x="490997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4"/>
          <p:cNvSpPr txBox="1"/>
          <p:nvPr>
            <p:ph idx="7" type="subTitle"/>
          </p:nvPr>
        </p:nvSpPr>
        <p:spPr>
          <a:xfrm>
            <a:off x="57647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5" name="Google Shape;135;p14"/>
          <p:cNvSpPr txBox="1"/>
          <p:nvPr>
            <p:ph idx="8" type="subTitle"/>
          </p:nvPr>
        </p:nvSpPr>
        <p:spPr>
          <a:xfrm>
            <a:off x="57735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16200038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 rot="10800000">
            <a:off x="-533850" y="726875"/>
            <a:ext cx="5915100" cy="5915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370825" y="-960900"/>
            <a:ext cx="2762400" cy="2762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959600" y="2651706"/>
            <a:ext cx="1184400" cy="1184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8226006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15"/>
          <p:cNvSpPr/>
          <p:nvPr/>
        </p:nvSpPr>
        <p:spPr>
          <a:xfrm flipH="1" rot="-5400000">
            <a:off x="5305483" y="452788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68365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3" name="Google Shape;143;p15"/>
          <p:cNvSpPr/>
          <p:nvPr/>
        </p:nvSpPr>
        <p:spPr>
          <a:xfrm rot="5400000">
            <a:off x="423169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4" name="Google Shape;144;p15"/>
          <p:cNvSpPr/>
          <p:nvPr/>
        </p:nvSpPr>
        <p:spPr>
          <a:xfrm rot="5400000">
            <a:off x="661864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5" name="Google Shape;145;p15"/>
          <p:cNvSpPr/>
          <p:nvPr/>
        </p:nvSpPr>
        <p:spPr>
          <a:xfrm rot="5400000">
            <a:off x="3164781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5"/>
          <p:cNvSpPr/>
          <p:nvPr/>
        </p:nvSpPr>
        <p:spPr>
          <a:xfrm flipH="1" rot="-5400000">
            <a:off x="531076" y="4586075"/>
            <a:ext cx="24300" cy="628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7" name="Google Shape;147;p15"/>
          <p:cNvSpPr/>
          <p:nvPr/>
        </p:nvSpPr>
        <p:spPr>
          <a:xfrm rot="5400000">
            <a:off x="64008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8" name="Google Shape;148;p15"/>
          <p:cNvSpPr/>
          <p:nvPr/>
        </p:nvSpPr>
        <p:spPr>
          <a:xfrm rot="5400000">
            <a:off x="1557419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">
  <p:cSld name="BLANK_1_1_1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/>
          <p:nvPr/>
        </p:nvSpPr>
        <p:spPr>
          <a:xfrm rot="-8920466">
            <a:off x="2599338" y="503023"/>
            <a:ext cx="5915173" cy="5915173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3237075" y="4074650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3" name="Google Shape;153;p16"/>
          <p:cNvSpPr/>
          <p:nvPr/>
        </p:nvSpPr>
        <p:spPr>
          <a:xfrm rot="-8920806">
            <a:off x="581601" y="399117"/>
            <a:ext cx="1887207" cy="1887207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1174800" y="1562850"/>
            <a:ext cx="67944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55" name="Google Shape;155;p16"/>
          <p:cNvSpPr/>
          <p:nvPr/>
        </p:nvSpPr>
        <p:spPr>
          <a:xfrm>
            <a:off x="8891100" y="2286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891100" y="4464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7" name="Google Shape;157;p16"/>
          <p:cNvSpPr/>
          <p:nvPr/>
        </p:nvSpPr>
        <p:spPr>
          <a:xfrm rot="5400000">
            <a:off x="8673244" y="2286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8" name="Google Shape;158;p16"/>
          <p:cNvSpPr/>
          <p:nvPr/>
        </p:nvSpPr>
        <p:spPr>
          <a:xfrm rot="-5400000">
            <a:off x="228591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9" name="Google Shape;159;p16"/>
          <p:cNvSpPr/>
          <p:nvPr/>
        </p:nvSpPr>
        <p:spPr>
          <a:xfrm rot="-5400000">
            <a:off x="446453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28622" y="446459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16"/>
          <p:cNvSpPr/>
          <p:nvPr/>
        </p:nvSpPr>
        <p:spPr>
          <a:xfrm rot="10800000">
            <a:off x="228591" y="4888025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2" name="Google Shape;162;p16"/>
          <p:cNvSpPr/>
          <p:nvPr/>
        </p:nvSpPr>
        <p:spPr>
          <a:xfrm rot="10800000">
            <a:off x="228591" y="46701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3" name="Google Shape;163;p16"/>
          <p:cNvSpPr/>
          <p:nvPr/>
        </p:nvSpPr>
        <p:spPr>
          <a:xfrm rot="-5400000">
            <a:off x="446447" y="4887994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8891100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5" name="Google Shape;165;p16"/>
          <p:cNvSpPr/>
          <p:nvPr/>
        </p:nvSpPr>
        <p:spPr>
          <a:xfrm rot="5400000">
            <a:off x="8673238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891069" y="4670166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7" name="Google Shape;167;p16"/>
          <p:cNvSpPr txBox="1"/>
          <p:nvPr>
            <p:ph idx="2" type="subTitle"/>
          </p:nvPr>
        </p:nvSpPr>
        <p:spPr>
          <a:xfrm>
            <a:off x="3237075" y="4300975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28600" y="2077513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228600" y="2764250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228700" y="3469938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2" name="Google Shape;172;p17"/>
          <p:cNvSpPr txBox="1"/>
          <p:nvPr>
            <p:ph idx="4" type="subTitle"/>
          </p:nvPr>
        </p:nvSpPr>
        <p:spPr>
          <a:xfrm>
            <a:off x="228700" y="4194625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212450" y="177900"/>
            <a:ext cx="64467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17"/>
          <p:cNvSpPr txBox="1"/>
          <p:nvPr>
            <p:ph idx="5" type="subTitle"/>
          </p:nvPr>
        </p:nvSpPr>
        <p:spPr>
          <a:xfrm>
            <a:off x="631800" y="20603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6" type="subTitle"/>
          </p:nvPr>
        </p:nvSpPr>
        <p:spPr>
          <a:xfrm>
            <a:off x="631800" y="27470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7" type="subTitle"/>
          </p:nvPr>
        </p:nvSpPr>
        <p:spPr>
          <a:xfrm>
            <a:off x="631850" y="34527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8" type="subTitle"/>
          </p:nvPr>
        </p:nvSpPr>
        <p:spPr>
          <a:xfrm>
            <a:off x="631900" y="41774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9" type="body"/>
          </p:nvPr>
        </p:nvSpPr>
        <p:spPr>
          <a:xfrm>
            <a:off x="2906500" y="4194625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3" type="body"/>
          </p:nvPr>
        </p:nvSpPr>
        <p:spPr>
          <a:xfrm>
            <a:off x="2906400" y="3479438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14" type="body"/>
          </p:nvPr>
        </p:nvSpPr>
        <p:spPr>
          <a:xfrm>
            <a:off x="2906400" y="276426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15" type="body"/>
          </p:nvPr>
        </p:nvSpPr>
        <p:spPr>
          <a:xfrm>
            <a:off x="2906400" y="204831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8891100" y="228600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18"/>
          <p:cNvSpPr/>
          <p:nvPr/>
        </p:nvSpPr>
        <p:spPr>
          <a:xfrm flipH="1" rot="10800000">
            <a:off x="8891100" y="3225473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891100" y="22832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891100" y="488801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891100" y="2392138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891100" y="25010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-4353375" y="-4359625"/>
            <a:ext cx="8713800" cy="8713800"/>
          </a:xfrm>
          <a:prstGeom prst="pie">
            <a:avLst>
              <a:gd fmla="val 2137" name="adj1"/>
              <a:gd fmla="val 5410266" name="adj2"/>
            </a:avLst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7661425" y="1330972"/>
            <a:ext cx="406500" cy="406500"/>
          </a:xfrm>
          <a:prstGeom prst="ellipse">
            <a:avLst/>
          </a:prstGeom>
          <a:gradFill>
            <a:gsLst>
              <a:gs pos="0">
                <a:schemeClr val="dk1"/>
              </a:gs>
              <a:gs pos="31000">
                <a:schemeClr val="dk1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18"/>
          <p:cNvSpPr txBox="1"/>
          <p:nvPr>
            <p:ph idx="1" type="subTitle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2" name="Google Shape;192;p18"/>
          <p:cNvSpPr/>
          <p:nvPr/>
        </p:nvSpPr>
        <p:spPr>
          <a:xfrm>
            <a:off x="5772475" y="912625"/>
            <a:ext cx="1243200" cy="1243200"/>
          </a:xfrm>
          <a:prstGeom prst="ellipse">
            <a:avLst/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3" name="Google Shape;193;p18"/>
          <p:cNvSpPr txBox="1"/>
          <p:nvPr>
            <p:ph idx="2" type="subTitle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5" name="Google Shape;195;p18"/>
          <p:cNvSpPr txBox="1"/>
          <p:nvPr>
            <p:ph idx="3" type="subTitle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4" type="subTitle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5" type="subTitle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8" name="Google Shape;198;p18"/>
          <p:cNvSpPr txBox="1"/>
          <p:nvPr>
            <p:ph idx="6" type="subTitle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7" type="subTitle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8" type="subTitle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1" name="Google Shape;201;p18"/>
          <p:cNvSpPr txBox="1"/>
          <p:nvPr>
            <p:ph idx="9" type="subTitle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13" type="subTitle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14" type="subTitle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15" type="subTitle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6" type="subTitle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7" type="subTitle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8" type="subTitle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8" name="Google Shape;208;p18"/>
          <p:cNvSpPr txBox="1"/>
          <p:nvPr>
            <p:ph idx="19" type="subTitle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20" type="subTitle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10" name="Google Shape;210;p18"/>
          <p:cNvSpPr txBox="1"/>
          <p:nvPr>
            <p:ph idx="21" type="subTitle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-2956425" y="-4767225"/>
            <a:ext cx="9144000" cy="91440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3" name="Google Shape;213;p19"/>
          <p:cNvSpPr txBox="1"/>
          <p:nvPr>
            <p:ph type="title"/>
          </p:nvPr>
        </p:nvSpPr>
        <p:spPr>
          <a:xfrm>
            <a:off x="212450" y="177900"/>
            <a:ext cx="38268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4" name="Google Shape;214;p19"/>
          <p:cNvSpPr/>
          <p:nvPr>
            <p:ph idx="2" type="pic"/>
          </p:nvPr>
        </p:nvSpPr>
        <p:spPr>
          <a:xfrm>
            <a:off x="4618525" y="0"/>
            <a:ext cx="4296600" cy="4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228600" y="1177425"/>
            <a:ext cx="33213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16" name="Google Shape;216;p19"/>
          <p:cNvSpPr/>
          <p:nvPr/>
        </p:nvSpPr>
        <p:spPr>
          <a:xfrm rot="-5400000">
            <a:off x="893689" y="422281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7" name="Google Shape;217;p19"/>
          <p:cNvSpPr/>
          <p:nvPr/>
        </p:nvSpPr>
        <p:spPr>
          <a:xfrm flipH="1" rot="5400000">
            <a:off x="3585611" y="452776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8" name="Google Shape;218;p19"/>
          <p:cNvSpPr/>
          <p:nvPr/>
        </p:nvSpPr>
        <p:spPr>
          <a:xfrm rot="-5400000">
            <a:off x="2283189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9" name="Google Shape;219;p19"/>
          <p:cNvSpPr/>
          <p:nvPr/>
        </p:nvSpPr>
        <p:spPr>
          <a:xfrm rot="-5400000">
            <a:off x="2501051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and CTA">
  <p:cSld name="CUSTOM_4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idx="1" type="body"/>
          </p:nvPr>
        </p:nvSpPr>
        <p:spPr>
          <a:xfrm>
            <a:off x="230900" y="2443800"/>
            <a:ext cx="1458300" cy="35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22" name="Google Shape;222;p20"/>
          <p:cNvSpPr/>
          <p:nvPr>
            <p:ph idx="2" type="pic"/>
          </p:nvPr>
        </p:nvSpPr>
        <p:spPr>
          <a:xfrm>
            <a:off x="5303800" y="881700"/>
            <a:ext cx="3611400" cy="4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0"/>
          <p:cNvSpPr txBox="1"/>
          <p:nvPr>
            <p:ph hasCustomPrompt="1" type="title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4" name="Google Shape;224;p20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5" name="Google Shape;225;p20"/>
          <p:cNvSpPr txBox="1"/>
          <p:nvPr>
            <p:ph idx="4" type="subTitle"/>
          </p:nvPr>
        </p:nvSpPr>
        <p:spPr>
          <a:xfrm>
            <a:off x="230900" y="1660325"/>
            <a:ext cx="44043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>
            <p:ph idx="2" type="pic"/>
          </p:nvPr>
        </p:nvSpPr>
        <p:spPr>
          <a:xfrm>
            <a:off x="2286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1"/>
          <p:cNvSpPr/>
          <p:nvPr>
            <p:ph idx="3" type="pic"/>
          </p:nvPr>
        </p:nvSpPr>
        <p:spPr>
          <a:xfrm>
            <a:off x="318525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1"/>
          <p:cNvSpPr/>
          <p:nvPr>
            <p:ph idx="4" type="pic"/>
          </p:nvPr>
        </p:nvSpPr>
        <p:spPr>
          <a:xfrm>
            <a:off x="61419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1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1" name="Google Shape;231;p21"/>
          <p:cNvSpPr txBox="1"/>
          <p:nvPr>
            <p:ph idx="1" type="body"/>
          </p:nvPr>
        </p:nvSpPr>
        <p:spPr>
          <a:xfrm>
            <a:off x="2286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2" name="Google Shape;232;p21"/>
          <p:cNvSpPr txBox="1"/>
          <p:nvPr>
            <p:ph idx="5" type="body"/>
          </p:nvPr>
        </p:nvSpPr>
        <p:spPr>
          <a:xfrm>
            <a:off x="318525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3" name="Google Shape;233;p21"/>
          <p:cNvSpPr txBox="1"/>
          <p:nvPr>
            <p:ph idx="6" type="body"/>
          </p:nvPr>
        </p:nvSpPr>
        <p:spPr>
          <a:xfrm>
            <a:off x="61419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4" name="Google Shape;234;p21"/>
          <p:cNvSpPr txBox="1"/>
          <p:nvPr>
            <p:ph idx="7" type="subTitle"/>
          </p:nvPr>
        </p:nvSpPr>
        <p:spPr>
          <a:xfrm>
            <a:off x="2286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5" name="Google Shape;235;p21"/>
          <p:cNvSpPr txBox="1"/>
          <p:nvPr>
            <p:ph idx="8" type="subTitle"/>
          </p:nvPr>
        </p:nvSpPr>
        <p:spPr>
          <a:xfrm>
            <a:off x="318525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6" name="Google Shape;236;p21"/>
          <p:cNvSpPr txBox="1"/>
          <p:nvPr>
            <p:ph idx="9" type="subTitle"/>
          </p:nvPr>
        </p:nvSpPr>
        <p:spPr>
          <a:xfrm>
            <a:off x="61419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9" name="Google Shape;239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" name="Google Shape;245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8" name="Google Shape;24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1" name="Google Shape;251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2" name="Google Shape;252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7" name="Google Shape;257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3" name="Google Shape;263;p3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4" name="Google Shape;264;p3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3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3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3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2" name="Google Shape;272;p3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3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7" name="Google Shape;277;p3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3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" name="Google Shape;279;p3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3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3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3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7" name="Google Shape;287;p3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3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3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3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88025" y="635200"/>
            <a:ext cx="58020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Space Grotesk"/>
              <a:buNone/>
              <a:defRPr sz="4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11950" y="2966800"/>
            <a:ext cx="45471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>
            <p:ph type="title"/>
          </p:nvPr>
        </p:nvSpPr>
        <p:spPr>
          <a:xfrm>
            <a:off x="226100" y="144575"/>
            <a:ext cx="10001100" cy="196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</a:rPr>
              <a:t>Analiza podataka primenom mašinskog učenja u Apache Spark-u</a:t>
            </a:r>
            <a:endParaRPr sz="5000"/>
          </a:p>
        </p:txBody>
      </p:sp>
      <p:sp>
        <p:nvSpPr>
          <p:cNvPr id="320" name="Google Shape;320;p38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2027 Filip Stamenković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9"/>
          <p:cNvSpPr txBox="1"/>
          <p:nvPr>
            <p:ph type="title"/>
          </p:nvPr>
        </p:nvSpPr>
        <p:spPr>
          <a:xfrm>
            <a:off x="212450" y="177900"/>
            <a:ext cx="57894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Cilj projekta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9"/>
          <p:cNvSpPr txBox="1"/>
          <p:nvPr>
            <p:ph idx="4294967295" type="body"/>
          </p:nvPr>
        </p:nvSpPr>
        <p:spPr>
          <a:xfrm>
            <a:off x="212450" y="847800"/>
            <a:ext cx="5505600" cy="37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Predviđanje trajanja vožnje na osnovu istorijskih podataka o vožnjama u Njujorku: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Implementacija regresionih modela korišćenjem Spark MLlib biblioteke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 Poređenje Random Forest i Gradient-Boosted Trees algoritama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Podešavanje hiperparametara korišćenjem validacionog skupa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Evaluacija modela na test i novim podacima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Čuvanje modela i rezultata u HDFS-u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Analiza performansi Spark klastera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NYC HVFHV skup podataka</a:t>
            </a:r>
            <a:endParaRPr/>
          </a:p>
        </p:txBody>
      </p:sp>
      <p:sp>
        <p:nvSpPr>
          <p:cNvPr id="332" name="Google Shape;332;p40"/>
          <p:cNvSpPr txBox="1"/>
          <p:nvPr>
            <p:ph idx="4294967295" type="body"/>
          </p:nvPr>
        </p:nvSpPr>
        <p:spPr>
          <a:xfrm>
            <a:off x="228600" y="1177425"/>
            <a:ext cx="5461200" cy="33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Korišćen je NYC High Volume For-Hire Vehicle Trip Records skup podataka iz prvog projekta.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Podaci iz 2021. godine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Januar korišćen za razvoj i treniranje modela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Februar korišćen kao novi, prethodno neviđen vremenski period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Januar sadrži približno 11,9 miliona vožnji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Za razvoj modela korišćeno 500.000 očišćenih zapisa</a:t>
            </a:r>
            <a:endParaRPr sz="1400"/>
          </a:p>
        </p:txBody>
      </p:sp>
      <p:sp>
        <p:nvSpPr>
          <p:cNvPr id="333" name="Google Shape;333;p40"/>
          <p:cNvSpPr txBox="1"/>
          <p:nvPr/>
        </p:nvSpPr>
        <p:spPr>
          <a:xfrm>
            <a:off x="6207975" y="3033350"/>
            <a:ext cx="21855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Najvažniji atributi: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pickup_datetime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PULocationID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DOLocationID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trip_miles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trip_time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Arhitektura sistema </a:t>
            </a:r>
            <a:endParaRPr/>
          </a:p>
        </p:txBody>
      </p:sp>
      <p:sp>
        <p:nvSpPr>
          <p:cNvPr id="339" name="Google Shape;339;p41"/>
          <p:cNvSpPr txBox="1"/>
          <p:nvPr>
            <p:ph idx="4294967295" type="body"/>
          </p:nvPr>
        </p:nvSpPr>
        <p:spPr>
          <a:xfrm>
            <a:off x="228600" y="1177425"/>
            <a:ext cx="61560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Tehnologije: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Apache Spark 4.0.2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PySpark / MLlib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Hadoop HDFS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Docker Compose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Python</a:t>
            </a:r>
            <a:endParaRPr sz="1400"/>
          </a:p>
        </p:txBody>
      </p:sp>
      <p:pic>
        <p:nvPicPr>
          <p:cNvPr id="340" name="Google Shape;340;p41" title="project3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000" y="248350"/>
            <a:ext cx="2888601" cy="44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Priprema podataka</a:t>
            </a:r>
            <a:endParaRPr/>
          </a:p>
        </p:txBody>
      </p:sp>
      <p:sp>
        <p:nvSpPr>
          <p:cNvPr id="346" name="Google Shape;346;p42"/>
          <p:cNvSpPr txBox="1"/>
          <p:nvPr>
            <p:ph idx="4294967295" type="body"/>
          </p:nvPr>
        </p:nvSpPr>
        <p:spPr>
          <a:xfrm>
            <a:off x="228600" y="1177425"/>
            <a:ext cx="61560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Iz vremena početka vožnje izvedena su dva nova atributa: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pickup_hour, sat početka vožnje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pickup_weekday, dan u nedelji</a:t>
            </a:r>
            <a:endParaRPr sz="1400"/>
          </a:p>
        </p:txBody>
      </p:sp>
      <p:pic>
        <p:nvPicPr>
          <p:cNvPr id="347" name="Google Shape;34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2813" y="1095275"/>
            <a:ext cx="3476625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7363" y="2780775"/>
            <a:ext cx="5172075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"/>
          <p:cNvSpPr txBox="1"/>
          <p:nvPr>
            <p:ph type="title"/>
          </p:nvPr>
        </p:nvSpPr>
        <p:spPr>
          <a:xfrm>
            <a:off x="212450" y="177900"/>
            <a:ext cx="57894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Ulazni atributi i ciljna promenljiva </a:t>
            </a:r>
            <a:endParaRPr/>
          </a:p>
        </p:txBody>
      </p:sp>
      <p:sp>
        <p:nvSpPr>
          <p:cNvPr id="354" name="Google Shape;354;p43"/>
          <p:cNvSpPr txBox="1"/>
          <p:nvPr>
            <p:ph idx="4294967295" type="body"/>
          </p:nvPr>
        </p:nvSpPr>
        <p:spPr>
          <a:xfrm>
            <a:off x="212450" y="854675"/>
            <a:ext cx="46164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trip_time</a:t>
            </a:r>
            <a:r>
              <a:rPr lang="en" sz="1400"/>
              <a:t>, trajanje vožnje u sekundama - ciljna promenljiva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Atributi se spajaju pomoću Spark MLlib VectorAssembler komponente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dropoff_datetime nije korišćen</a:t>
            </a:r>
            <a:endParaRPr b="1" sz="1400"/>
          </a:p>
        </p:txBody>
      </p:sp>
      <p:pic>
        <p:nvPicPr>
          <p:cNvPr id="355" name="Google Shape;35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8850" y="854675"/>
            <a:ext cx="2400300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4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 treniranja</a:t>
            </a:r>
            <a:endParaRPr/>
          </a:p>
        </p:txBody>
      </p:sp>
      <p:sp>
        <p:nvSpPr>
          <p:cNvPr id="361" name="Google Shape;361;p44"/>
          <p:cNvSpPr txBox="1"/>
          <p:nvPr>
            <p:ph idx="4294967295" type="body"/>
          </p:nvPr>
        </p:nvSpPr>
        <p:spPr>
          <a:xfrm>
            <a:off x="419675" y="983725"/>
            <a:ext cx="61560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Podaci za januar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Čišćenje i priprema atributa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500.000 zapisa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70% / 15% / 15% split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Train / Validation / Test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Podešavanje parametara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Izbor najboljih modela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Finalna evaluacija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Čuvanje modela u HDFS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Predikcija podataka za februar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5"/>
          <p:cNvSpPr txBox="1"/>
          <p:nvPr>
            <p:ph type="title"/>
          </p:nvPr>
        </p:nvSpPr>
        <p:spPr>
          <a:xfrm>
            <a:off x="212450" y="177900"/>
            <a:ext cx="57894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5"/>
          <p:cNvSpPr txBox="1"/>
          <p:nvPr>
            <p:ph idx="4294967295" type="body"/>
          </p:nvPr>
        </p:nvSpPr>
        <p:spPr>
          <a:xfrm>
            <a:off x="212450" y="909150"/>
            <a:ext cx="51513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Podešavanje Random Forest modela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Izabrani model: </a:t>
            </a:r>
            <a:r>
              <a:rPr lang="en" sz="1400"/>
              <a:t>100 </a:t>
            </a:r>
            <a:r>
              <a:rPr lang="en" sz="1400"/>
              <a:t>stabala, maksimalna dubina 10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graphicFrame>
        <p:nvGraphicFramePr>
          <p:cNvPr id="368" name="Google Shape;368;p45"/>
          <p:cNvGraphicFramePr/>
          <p:nvPr/>
        </p:nvGraphicFramePr>
        <p:xfrm>
          <a:off x="268425" y="147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{50D3C4E0-FDFB-4E32-8AC0-BF384D7E20BA}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Broj stabala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Dubina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RMSE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MAE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R²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Vreme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20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5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291,22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200,69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0,7043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6,81 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50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10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255,14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164,64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0,7730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20,87 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100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10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254,69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164,40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0,7738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52,09 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6"/>
          <p:cNvSpPr txBox="1"/>
          <p:nvPr>
            <p:ph type="title"/>
          </p:nvPr>
        </p:nvSpPr>
        <p:spPr>
          <a:xfrm>
            <a:off x="212450" y="177900"/>
            <a:ext cx="77646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Gradient-Boosted Trees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6"/>
          <p:cNvSpPr txBox="1"/>
          <p:nvPr>
            <p:ph idx="4294967295" type="body"/>
          </p:nvPr>
        </p:nvSpPr>
        <p:spPr>
          <a:xfrm>
            <a:off x="212450" y="1142775"/>
            <a:ext cx="61560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Podešavanje GBT modela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Izabrani model: 50 iteracija, maksimalna dubina 5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graphicFrame>
        <p:nvGraphicFramePr>
          <p:cNvPr id="375" name="Google Shape;375;p46"/>
          <p:cNvGraphicFramePr/>
          <p:nvPr/>
        </p:nvGraphicFramePr>
        <p:xfrm>
          <a:off x="228600" y="165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{50D3C4E0-FDFB-4E32-8AC0-BF384D7E20BA}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Broj iteracija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Dubina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RMSE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MAE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R²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Vreme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10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5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255,44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164,65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0,7725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6,62 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30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249,65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159,70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0,7827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17,05 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50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247,73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158,00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0,7860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26,30 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7"/>
          <p:cNvSpPr txBox="1"/>
          <p:nvPr>
            <p:ph type="title"/>
          </p:nvPr>
        </p:nvSpPr>
        <p:spPr>
          <a:xfrm>
            <a:off x="212450" y="177900"/>
            <a:ext cx="77646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Predikcija novih podataka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7"/>
          <p:cNvSpPr txBox="1"/>
          <p:nvPr>
            <p:ph idx="4294967295" type="body"/>
          </p:nvPr>
        </p:nvSpPr>
        <p:spPr>
          <a:xfrm>
            <a:off x="212450" y="891050"/>
            <a:ext cx="6156000" cy="17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Januar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Treniranje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Čuvanje modela u HDFS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Učitavanje modela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Februar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Predikcija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CSV rezultati u HDFS</a:t>
            </a:r>
            <a:endParaRPr sz="1400"/>
          </a:p>
        </p:txBody>
      </p:sp>
      <p:sp>
        <p:nvSpPr>
          <p:cNvPr id="382" name="Google Shape;382;p47"/>
          <p:cNvSpPr txBox="1"/>
          <p:nvPr>
            <p:ph idx="4294967295" type="body"/>
          </p:nvPr>
        </p:nvSpPr>
        <p:spPr>
          <a:xfrm>
            <a:off x="155925" y="2854350"/>
            <a:ext cx="6156000" cy="15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Februar nije korišćen tokom treniranja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Primenjen isti proces pripreme atributa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Sačuvani modeli se učitavaju direktno iz HDFS-a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Predikcije se ponovo čuvaju u HDFS-u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Rezultati se analiziraju pomoću Python-a i Matplotlib-a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8"/>
          <p:cNvSpPr txBox="1"/>
          <p:nvPr>
            <p:ph type="title"/>
          </p:nvPr>
        </p:nvSpPr>
        <p:spPr>
          <a:xfrm>
            <a:off x="212450" y="177900"/>
            <a:ext cx="76200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Analiza predikcija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8"/>
          <p:cNvSpPr txBox="1"/>
          <p:nvPr>
            <p:ph idx="4294967295" type="body"/>
          </p:nvPr>
        </p:nvSpPr>
        <p:spPr>
          <a:xfrm>
            <a:off x="212450" y="3496650"/>
            <a:ext cx="6156000" cy="14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Većina standardnih vožnji prati očekivani odnos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Greške rastu kod veoma dugih vožnji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Model često potcenjuje trajanje ekstremno dugih vožnji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Greška zavisi od doba dana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Veće prosečne greške javljaju se oko podneva</a:t>
            </a:r>
            <a:endParaRPr sz="1400"/>
          </a:p>
        </p:txBody>
      </p:sp>
      <p:pic>
        <p:nvPicPr>
          <p:cNvPr id="389" name="Google Shape;38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4650" y="118475"/>
            <a:ext cx="3547800" cy="266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175" y="745300"/>
            <a:ext cx="3242676" cy="2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4678" y="2779297"/>
            <a:ext cx="3100791" cy="232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9"/>
          <p:cNvSpPr txBox="1"/>
          <p:nvPr>
            <p:ph type="title"/>
          </p:nvPr>
        </p:nvSpPr>
        <p:spPr>
          <a:xfrm>
            <a:off x="118075" y="177900"/>
            <a:ext cx="78591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Performanse Spark klastera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9"/>
          <p:cNvSpPr txBox="1"/>
          <p:nvPr>
            <p:ph idx="4294967295" type="body"/>
          </p:nvPr>
        </p:nvSpPr>
        <p:spPr>
          <a:xfrm>
            <a:off x="291525" y="823500"/>
            <a:ext cx="61560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Eksperiment skaliranja: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500.000 zapisa: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graphicFrame>
        <p:nvGraphicFramePr>
          <p:cNvPr id="398" name="Google Shape;398;p49"/>
          <p:cNvGraphicFramePr/>
          <p:nvPr/>
        </p:nvGraphicFramePr>
        <p:xfrm>
          <a:off x="372425" y="161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{50D3C4E0-FDFB-4E32-8AC0-BF384D7E20BA}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 worker / 2 jezgra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 worker-a / 4 jezgra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RF 100 stabala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151,27 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156,06 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GBT 50 iteracija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35,42 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34,61 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9" name="Google Shape;399;p49"/>
          <p:cNvSpPr txBox="1"/>
          <p:nvPr>
            <p:ph idx="4294967295" type="body"/>
          </p:nvPr>
        </p:nvSpPr>
        <p:spPr>
          <a:xfrm>
            <a:off x="291525" y="2860125"/>
            <a:ext cx="61560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2.000.000 zapisa: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graphicFrame>
        <p:nvGraphicFramePr>
          <p:cNvPr id="400" name="Google Shape;400;p49"/>
          <p:cNvGraphicFramePr/>
          <p:nvPr/>
        </p:nvGraphicFramePr>
        <p:xfrm>
          <a:off x="372425" y="322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{50D3C4E0-FDFB-4E32-8AC0-BF384D7E20BA}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 worker / 2 jezgra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 worker-a / 4 jezgra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RF 50 stabala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135,12 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139,58 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GBT 50 iteracija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90,80 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95,13 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1" name="Google Shape;401;p49"/>
          <p:cNvSpPr txBox="1"/>
          <p:nvPr>
            <p:ph idx="4294967295" type="body"/>
          </p:nvPr>
        </p:nvSpPr>
        <p:spPr>
          <a:xfrm>
            <a:off x="372425" y="4523325"/>
            <a:ext cx="61560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Dodavanje drugog worker-a nije dovelo do značajnog ubrzanja.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0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Hvala na pažnji!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Review (Futuristic)">
  <a:themeElements>
    <a:clrScheme name="Simple Light">
      <a:dk1>
        <a:srgbClr val="070707"/>
      </a:dk1>
      <a:lt1>
        <a:srgbClr val="FFFFFF"/>
      </a:lt1>
      <a:dk2>
        <a:srgbClr val="004741"/>
      </a:dk2>
      <a:lt2>
        <a:srgbClr val="F4F4F4"/>
      </a:lt2>
      <a:accent1>
        <a:srgbClr val="6DCFBE"/>
      </a:accent1>
      <a:accent2>
        <a:srgbClr val="81F5FF"/>
      </a:accent2>
      <a:accent3>
        <a:srgbClr val="202020"/>
      </a:accent3>
      <a:accent4>
        <a:srgbClr val="008585"/>
      </a:accent4>
      <a:accent5>
        <a:srgbClr val="808080"/>
      </a:accent5>
      <a:accent6>
        <a:srgbClr val="9AE9FF"/>
      </a:accent6>
      <a:hlink>
        <a:srgbClr val="6DCFB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